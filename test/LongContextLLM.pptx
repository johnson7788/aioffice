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Long-Context Language Models: A Survey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长上下文大模型研究综述 — 方法、评测与挑战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研究背景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Transformer 自注意力随序列长度呈平方级复杂度增长</a:t>
            </a:r>
          </a:p>
          <a:p>
            <a:r>
              <a:t>长文档理解、代码库分析、多轮对话对长上下文有强烈需求</a:t>
            </a:r>
          </a:p>
          <a:p>
            <a:r>
              <a:t>扩展上下文窗口是当前大模型的核心研究方向之一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Methods 关键方法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稀疏注意力 (Sparse Attention)：降低注意力计算复杂度</a:t>
            </a:r>
          </a:p>
          <a:p>
            <a:r>
              <a:t>线性注意力与状态空间模型 (SSM, 如 Mamba)</a:t>
            </a:r>
          </a:p>
          <a:p>
            <a:r>
              <a:t>位置编码外推 (RoPE scaling, ALiBi)</a:t>
            </a:r>
          </a:p>
          <a:p>
            <a:r>
              <a:t>检索增强 (Retrieval-Augmented Generation, RAG)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评测基准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LongBench：多任务长上下文评测集</a:t>
            </a:r>
          </a:p>
          <a:p>
            <a:r>
              <a:t>Needle-in-a-Haystack：长文本信息检索能力测试</a:t>
            </a:r>
          </a:p>
          <a:p>
            <a:r>
              <a:t>RULER：可控长度的合成评测基准</a:t>
            </a:r>
          </a:p>
          <a:p>
            <a:r>
              <a:t>关键指标：有效上下文长度、长程依赖建模能力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主要挑战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上下文长度增加导致推理显存与延迟上升</a:t>
            </a:r>
          </a:p>
          <a:p>
            <a:r>
              <a:t>长文本中的信息丢失 (lost in the middle) 现象</a:t>
            </a:r>
          </a:p>
          <a:p>
            <a:r>
              <a:t>长上下文与检索增强的取舍与结合</a:t>
            </a:r>
          </a:p>
          <a:p>
            <a:r>
              <a:t>高质量长文本训练数据稀缺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