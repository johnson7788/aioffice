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欢迎使用 AI Office 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用一句话，让 AI 生成整份演示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三步快速上手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在右侧 AI 面板描述你的主题</a:t>
            </a:r>
          </a:p>
          <a:p>
            <a:r>
              <a:t>2. AI 自动生成大纲、排版与配图</a:t>
            </a:r>
          </a:p>
          <a:p>
            <a:r>
              <a:t>3. 逐页微调，随时导出 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